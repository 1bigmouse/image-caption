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1F7ABA-328D-1FEE-424A-8CB76778F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9C2083-5267-A733-249F-0306662FA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35E94C-EA22-497A-E28F-487AC536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9A26A7-0986-BFB5-F981-1F889E05A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16B731-B211-B05C-EAED-94FB13AF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484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A5CB4-6AF1-D7EE-BD55-13E4C9D4F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DBE41C-D461-4DB8-3BA4-9F41F4738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6FA52C-9DD8-167E-E4CB-D1C8D339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7CC661-150A-5FED-730C-98EDFA70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45E7D3-22F3-E96D-4CB3-88659F90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37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36CB1-5119-F4C1-DBA0-5849778F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DBAFF0-0BB5-18C3-5232-AD6CD8FD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D9C60-394E-9C84-2E18-2BFD7589A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00D6D1-1BE5-F02F-439F-E635B893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87F79B-4006-9E20-D1C9-B5C6A6D7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18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9E14D-3036-F5BE-06E3-BAB07E55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12013-4A1F-FDA2-CD78-BF8FB052C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455D64-AB6B-DDEC-2F7F-5FDEA1446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64E95E-3902-243B-7E35-04FC2FBF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9FCD92-47F0-597F-8493-C875EC46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F12278-AF11-2AE0-9685-760C762A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32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50746-8164-B1BE-B2D1-EB01DCF7E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1FC074-0467-DC54-FA59-A7B62D226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243709-AA30-1702-8D60-A4713FE3F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072A08-FD46-3108-B89C-870F45EB7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DBD81E-C8D6-7643-68C5-D0F7642AD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C1502A-85B7-3BC9-D438-80CE4F16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38E81A-FC83-501A-DC3C-99CCA9C8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C59E82-962E-CDAD-E189-F25E8614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06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5E76F-C9FD-869A-2F1E-E132035B0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712784-DC58-6CC7-8E98-92DBD6D2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2DD447-C66A-5812-7201-4AD5B096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C0351F-0340-AE5B-3CDE-115CED4B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07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A0B825-4B42-DBEA-ECD6-7B6FC04D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087B27-3F4A-46B4-4AC3-28F6E064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E4B7DD-7FB8-8AC6-C7AF-EAB569E4A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95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6BA26-4587-1456-75C7-4B6E8B44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F344E0-8296-6499-D1C1-9FC19B44C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9F4DCE-C26C-5AE2-A8FE-B47C7E124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EA49F2-43CC-2DDD-D712-F8F19E0B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D97D7E-B5CD-46F1-D239-6A239CE5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4F678C-2F42-1960-F994-3F981EAA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99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11F86-1CDC-105F-05CF-2A984874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60812C-0D56-F4AA-F385-066EF3DA6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0ECEF7-8557-03B1-2CA2-746309099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57F52A-2E5E-75AE-3A15-B36A0AAAD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624CE4-75C6-DC14-58CC-F0946A35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F28567-9679-B57F-5CD8-8743D2FC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55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E134C-031E-6B79-B3F8-2FCFFB03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330BCF-1A96-3DFE-30C7-DCF7F014F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F9D4FE-DBF4-8E55-A730-330FDC50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937A6-99BE-3D5C-772C-BED54269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C4D5A6-98E0-34A9-B5B9-D25D3F1B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27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DD8579-59EE-16E5-5289-6DE33CAF0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DA2AFA-2813-B926-0B66-6DEBC57FE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DE48DC-CB63-4935-6E17-A76E485EE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1523A5-4468-21A5-D3D1-AA767872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826ED7-9846-9A51-E0D0-F99D3A89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27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E4D921-D7C8-EEB9-A123-B2651467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19D388-2381-E0F3-99D6-523432DCF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A56AD6-F6EB-1388-925A-7849C9FD9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35167-2BEA-40EC-9C16-566AEE4719D1}" type="datetimeFigureOut">
              <a:rPr lang="zh-CN" altLang="en-US" smtClean="0"/>
              <a:t>2024/1/7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B8E21C-D6AD-A1A8-2383-FDE04400D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22D48-0EEC-91EB-A0F1-889D8AFE5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69C03-D005-4BC2-BC49-C1C49AC79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36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96B9EC8-0EC5-8ECE-59C4-7E3FEF95987A}"/>
              </a:ext>
            </a:extLst>
          </p:cNvPr>
          <p:cNvSpPr/>
          <p:nvPr/>
        </p:nvSpPr>
        <p:spPr>
          <a:xfrm>
            <a:off x="2536723" y="432618"/>
            <a:ext cx="2910348" cy="55060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获取</a:t>
            </a:r>
            <a:r>
              <a:rPr lang="en-US" altLang="zh-CN" b="1" dirty="0">
                <a:solidFill>
                  <a:schemeClr val="tx1"/>
                </a:solidFill>
              </a:rPr>
              <a:t>train data captions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2C25FA1-77FD-5B4B-60F0-F0284A2DB1FD}"/>
              </a:ext>
            </a:extLst>
          </p:cNvPr>
          <p:cNvSpPr/>
          <p:nvPr/>
        </p:nvSpPr>
        <p:spPr>
          <a:xfrm>
            <a:off x="2536722" y="1288024"/>
            <a:ext cx="2910347" cy="55060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切分</a:t>
            </a:r>
            <a:r>
              <a:rPr lang="en-US" altLang="zh-CN" b="1" dirty="0">
                <a:solidFill>
                  <a:schemeClr val="tx1"/>
                </a:solidFill>
              </a:rPr>
              <a:t>captions</a:t>
            </a:r>
            <a:r>
              <a:rPr lang="zh-CN" altLang="en-US" b="1" dirty="0">
                <a:solidFill>
                  <a:schemeClr val="tx1"/>
                </a:solidFill>
              </a:rPr>
              <a:t>构建词汇表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70C02DA-1562-FBFC-2F10-218B499C458D}"/>
              </a:ext>
            </a:extLst>
          </p:cNvPr>
          <p:cNvSpPr/>
          <p:nvPr/>
        </p:nvSpPr>
        <p:spPr>
          <a:xfrm>
            <a:off x="2536723" y="2163094"/>
            <a:ext cx="2910346" cy="55060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构建</a:t>
            </a:r>
            <a:r>
              <a:rPr lang="en-US" altLang="zh-CN" b="1" dirty="0">
                <a:solidFill>
                  <a:schemeClr val="tx1"/>
                </a:solidFill>
              </a:rPr>
              <a:t>COCODataset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3F2DA25-5A07-3262-8F86-F5571F0A487E}"/>
              </a:ext>
            </a:extLst>
          </p:cNvPr>
          <p:cNvSpPr/>
          <p:nvPr/>
        </p:nvSpPr>
        <p:spPr>
          <a:xfrm>
            <a:off x="2536722" y="3038164"/>
            <a:ext cx="2910346" cy="5506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Encoder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r>
              <a:rPr lang="en-US" altLang="zh-CN" b="1" dirty="0">
                <a:solidFill>
                  <a:schemeClr val="tx1"/>
                </a:solidFill>
              </a:rPr>
              <a:t>ResNet152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68F1926-EE9B-1D63-BF29-78176DD5BBE1}"/>
              </a:ext>
            </a:extLst>
          </p:cNvPr>
          <p:cNvSpPr/>
          <p:nvPr/>
        </p:nvSpPr>
        <p:spPr>
          <a:xfrm>
            <a:off x="2536722" y="3913234"/>
            <a:ext cx="2910346" cy="5506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Decoder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r>
              <a:rPr lang="en-US" altLang="zh-CN" b="1" dirty="0">
                <a:solidFill>
                  <a:schemeClr val="tx1"/>
                </a:solidFill>
              </a:rPr>
              <a:t>LSTM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4E896A-2F43-7B90-FB4F-06467C7A3311}"/>
              </a:ext>
            </a:extLst>
          </p:cNvPr>
          <p:cNvSpPr/>
          <p:nvPr/>
        </p:nvSpPr>
        <p:spPr>
          <a:xfrm>
            <a:off x="2536722" y="4788304"/>
            <a:ext cx="2910346" cy="55060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Train and Val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8EBA0E4-5674-62E1-C8F4-ABAEF7B57C8F}"/>
              </a:ext>
            </a:extLst>
          </p:cNvPr>
          <p:cNvSpPr/>
          <p:nvPr/>
        </p:nvSpPr>
        <p:spPr>
          <a:xfrm>
            <a:off x="2536722" y="5663374"/>
            <a:ext cx="2910346" cy="55060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推理测试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868EDD42-2F8A-3D48-FF77-3CE1FB997761}"/>
              </a:ext>
            </a:extLst>
          </p:cNvPr>
          <p:cNvSpPr/>
          <p:nvPr/>
        </p:nvSpPr>
        <p:spPr>
          <a:xfrm>
            <a:off x="3844413" y="983224"/>
            <a:ext cx="147484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67892ED1-0EA8-FDC5-76D1-DA54A73A3B5E}"/>
              </a:ext>
            </a:extLst>
          </p:cNvPr>
          <p:cNvSpPr/>
          <p:nvPr/>
        </p:nvSpPr>
        <p:spPr>
          <a:xfrm>
            <a:off x="3849330" y="1843544"/>
            <a:ext cx="147484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C2C792C7-0DF1-5190-04F9-AA531E3B23A2}"/>
              </a:ext>
            </a:extLst>
          </p:cNvPr>
          <p:cNvSpPr/>
          <p:nvPr/>
        </p:nvSpPr>
        <p:spPr>
          <a:xfrm>
            <a:off x="3839495" y="2728450"/>
            <a:ext cx="147484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ACF9A45C-7D3E-7EB9-EF6D-941348DBDFA6}"/>
              </a:ext>
            </a:extLst>
          </p:cNvPr>
          <p:cNvSpPr/>
          <p:nvPr/>
        </p:nvSpPr>
        <p:spPr>
          <a:xfrm>
            <a:off x="3839495" y="3608434"/>
            <a:ext cx="147484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1749A3F4-C3D1-209D-C1CC-5563C2C4ADAC}"/>
              </a:ext>
            </a:extLst>
          </p:cNvPr>
          <p:cNvSpPr/>
          <p:nvPr/>
        </p:nvSpPr>
        <p:spPr>
          <a:xfrm>
            <a:off x="3839495" y="4488416"/>
            <a:ext cx="147484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ABFB3CC-66C3-89B9-AFDF-C412A2223284}"/>
              </a:ext>
            </a:extLst>
          </p:cNvPr>
          <p:cNvSpPr/>
          <p:nvPr/>
        </p:nvSpPr>
        <p:spPr>
          <a:xfrm>
            <a:off x="3839495" y="5368416"/>
            <a:ext cx="147484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30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fu xiao</dc:creator>
  <cp:lastModifiedBy>fu xiao</cp:lastModifiedBy>
  <cp:revision>7</cp:revision>
  <dcterms:created xsi:type="dcterms:W3CDTF">2024-01-07T11:34:16Z</dcterms:created>
  <dcterms:modified xsi:type="dcterms:W3CDTF">2024-01-07T11:50:17Z</dcterms:modified>
</cp:coreProperties>
</file>